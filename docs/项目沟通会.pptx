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项目沟通会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财务管理系统 Demo 阶段总结与待确认事项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4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A3C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会议议题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C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程序交付方式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本地模式 / Web 云服务模式 / 桌面客户端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C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数据导入方案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单表导入 vs 模版导入的稳定性与灵活性权衡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C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当前进度与待测试项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已实现功能概览、已知问题与后续计划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777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项目沟通会  |  目录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3C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议题一：程序交付方式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需要确认系统的部署形态，不同方式各有优劣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" cy="3291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🖥️  Web 本地模式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优点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无需安装，浏览器直接打开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跨平台（Windows/Mac/Linux）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升级只需替换文件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缺点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依赖本地运行环境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数据存储在本地，需自行备份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离线使用，无法多人协作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80160"/>
            <a:ext cx="54864" cy="3291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☁️  Web 云服务模式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优点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随时随地访问，多设备同步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数据集中存储，安全可控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支持多人协作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缺点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需要服务器和运维成本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依赖网络连接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数据隐私需额外保障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280160"/>
            <a:ext cx="54864" cy="3291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桌面客户端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优点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原生性能，体验流畅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数据本地存储，隐私性好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可离线使用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缺点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需要安装和更新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跨平台适配成本高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无法多人协作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7777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项目沟通会  |  议题一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3C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议题二：数据导入方案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选择数据录入方式，影响长期维护成本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931920" cy="457200"/>
          </a:xfrm>
          <a:prstGeom prst="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A：按数据库单表导入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优点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结构稳定，不受模版变化影响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数据校验严格，质量有保障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长期维护成本低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缺点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需要手工整理数据到标准格式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初期工作量大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对操作人员有一定技术要求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80160"/>
            <a:ext cx="3931920" cy="457200"/>
          </a:xfrm>
          <a:prstGeom prst="rect">
            <a:avLst>
              <a:gd name="adj" fmla="val 20000"/>
            </a:avLst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B：按现有模版导入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优点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直接使用现有 Excel 模版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操作简单，上手快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初期工作量小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缺点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模版一旦调整，导入逻辑需重写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模版格式不规范会导致数据错误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长期维护成本高，风险大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65176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7777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项目沟通会  |  议题二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3C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议题三：当前进度与待测试项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已完成功能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会员管理 — CRUD + 导入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教练管理 — 教练/课程/约课/课时费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财务月报 — 支出/收入/纯利/公司账户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常规报表 — 授课日记/日常开支/体验课/请假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数据导入 — CSV/xlsx 通用导入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待测试 / 待确认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各模块数据增删改查全流程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月份切换与数据筛选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651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课时费计算与结算逻辑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3154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财务月报继承功能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657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边界情况（空数据、特殊字符）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4160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数据导入格式兼容性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777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项目沟通会  |  议题三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确认程序交付方式（Web / 客户端）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331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确认数据导入方案（单表 / 模版）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全面功能测试与 Bug 修复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337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根据反馈迭代优化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4023360"/>
            <a:ext cx="274320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感谢您的反馈与建议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项目沟通会</dc:title>
  <dc:subject>PptxGenJS Presentation</dc:subject>
  <dc:creator>Demo</dc:creator>
  <cp:lastModifiedBy>Demo</cp:lastModifiedBy>
  <cp:revision>1</cp:revision>
  <dcterms:created xsi:type="dcterms:W3CDTF">2026-04-22T09:18:16Z</dcterms:created>
  <dcterms:modified xsi:type="dcterms:W3CDTF">2026-04-22T09:18:16Z</dcterms:modified>
</cp:coreProperties>
</file>